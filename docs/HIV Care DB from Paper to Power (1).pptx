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e084-9ca2-8c46-8000-00001c143c34.png?kimi-sig=cSEARltZ9o_qCl1Rx1Jf27XyJ62vhSpVnV290y0yjP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e091-ded2-8e5c-8000-00005a493af1.png?kimi-sig=xF2IH7ycWKo8neooXNl1pUJKxjizqR7jFi19Va5F1_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e08a-33c2-8ae7-8000-0000638a10d8.png?kimi-sig=ESzsuLJ09myJXEmWYf1o1mSQisP0fXQzGFfTuARGAm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e08a-3422-8c84-8000-0000f5b47651.png?kimi-sig=7otOV4eQXa2wnYmkY4rYaf_NoFHCKP-gf-VhJkIZR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e090-cb62-895e-8000-00005be2540d.png?kimi-sig=8XH-NXOVydW_YYeKm2zB0mTJxJZxmNQkVvUiUgMzL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e092-4d12-8273-8000-0000f6d46c8c.png?kimi-sig=uN6FG4X-el3sIkhpjGQttto6WKTZtYdf1wnZVTajeXM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https://kimi-img.moonshot.cn/pub/slides/25-12-08-21:00:38-d4rcntg51tq391ao98v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279" y="4678501"/>
            <a:ext cx="10388356" cy="461323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734809" y="4044236"/>
            <a:ext cx="3617089" cy="17760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e0a2-1222-81d5-8000-00000c027ad0.png?kimi-sig=g1YUIVi9wpqwG-GIlgWzqd2IysYkyEWE5RJWWkaFLo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e09d-9102-881f-8000-00002bfbbac1.png?kimi-sig=UeE2X1NbMRBV_NBJMxvemuH7DFvLXBKTUuhB428pfD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e0a3-2c92-88b0-8000-0000fae235c8.png?kimi-sig=n6EsDNdPkTT1pyUjNAWDsAdv8UAAQZJuQz0DCrd7Kw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https://kimi-img.moonshot.cn/pub/slides/25-12-08-21:05:25-d4rcq5f6rtpba5e6rr4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467" y="2300618"/>
            <a:ext cx="7800533" cy="6138211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e09d-5302-85f0-8000-00009cc92f7b.png?kimi-sig=IxH1ukIyax3YbY-CToQdatujrBmhlkas50N_DCXmAd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e09b-eb52-8cfa-8000-0000f862ec5a.png?kimi-sig=M-ldQLYhNmvOaUOMW6bav0eVqd-VbOeE7xVQWd7VC-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e0ad-c012-8345-8000-000034926a5b.png?kimi-sig=jCQkyuUOpfIN3q0hZYzy3aAK34YME4OLMNa2oLGvdQ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06091" y="5798524"/>
            <a:ext cx="6908639" cy="17760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233717" y="5545328"/>
            <a:ext cx="10543813" cy="1862801"/>
          </a:xfrm>
          <a:prstGeom prst="rect">
            <a:avLst/>
          </a:prstGeom>
          <a:solidFill>
            <a:srgbClr val="E3F0DB"/>
          </a:solidFill>
          <a:ln w="12700">
            <a:solidFill>
              <a:srgbClr val="52525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233717" y="5545328"/>
            <a:ext cx="10543813" cy="186280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Email: b20811@students.ucu.ac.ug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GitHub Link: https://github.com/Cemputus/Database-Programming-Research-Project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HIV Care DB from Paper to Power</dc:title>
  <dc:subject>HIV Care DB from Paper to Power</dc:subject>
  <dc:creator>Kimi</dc:creator>
  <cp:lastModifiedBy>Kimi</cp:lastModifiedBy>
  <cp:revision>1</cp:revision>
  <dcterms:created xsi:type="dcterms:W3CDTF">2025-12-08T13:12:43Z</dcterms:created>
  <dcterms:modified xsi:type="dcterms:W3CDTF">2025-12-08T13:12:43Z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{"Label":"HIV Care DB from Paper to Power","ContentProducer":"001191110108MACG2KBH8F10000","ProduceID":"d4rclbsjc3f82l5r45j0","ReservedCode1":"","ContentPropagator":"001191110108MACG2KBH8F20000","PropagateID":"d4rclbsjc3f82l5r45j0","ReservedCode2":""}</vt:lpwstr>
  </property>
</Properties>
</file>